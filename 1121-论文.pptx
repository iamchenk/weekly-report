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F868C-260A-4E10-9400-3EDDB97AC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1EF590-A429-447D-BCE8-0BF7CD3DB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B1AAAA-6473-4C43-9FE2-B9AD4D1E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93E5D-7EAA-44F1-A31E-7CDC055778A1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39B7AE-7CE6-46FE-ACF6-6CFAFA197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97382E-BEB0-46D9-A4E1-5CF28CE2E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594F4-FDD3-4522-8212-20F26DC0F2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696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4A164-6601-43BC-B7DD-B1A0A4B4B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DA7618-C6E8-494C-90A4-A299F0847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A18D6A-AADA-4A32-9351-78696BC1E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93E5D-7EAA-44F1-A31E-7CDC055778A1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A8963-2074-40E3-8E6D-3F1B61A83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7EE4B-A81F-446C-9B9A-E6E2DAAEB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594F4-FDD3-4522-8212-20F26DC0F2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447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E99388-E2C3-41AB-B7C0-AB675657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FCB211-52A3-4F01-8E47-7A5B67793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516685-EC94-435A-A645-1BF97D737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93E5D-7EAA-44F1-A31E-7CDC055778A1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403ED9-0EAD-48B3-857A-86311A97E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EDE36-93AE-4394-8D89-A466C8959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594F4-FDD3-4522-8212-20F26DC0F2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03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111B1D-5645-4472-B2E9-9B89EAF54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A7FE12-70BF-4A5C-8870-0FA994DBBF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ACCCF5-590A-437B-B8F6-10AD979F4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7E2238-F27B-41D0-8324-001EAC95C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93E5D-7EAA-44F1-A31E-7CDC055778A1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435D7B-E960-4FB2-B0C2-B462E1B2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23EC64-B44E-4F59-885C-5D74F8CDD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594F4-FDD3-4522-8212-20F26DC0F2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351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18DB6-CBD8-48CC-8380-E099173A7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27A11F-0381-42D9-973F-3E798EB10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7FF39F-F588-44B3-9D57-42CC7A49E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60DD3E6-8EB0-429C-8A67-C0214C9FC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687910-5D7D-4EBD-A158-989FC93E9B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84B285-61A5-4AFB-ACF2-090BB0112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93E5D-7EAA-44F1-A31E-7CDC055778A1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65231A-2047-4E2D-B7AE-E928F0ED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238714-D90E-4178-A62F-C2F97571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594F4-FDD3-4522-8212-20F26DC0F2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777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95AAA-72E4-4017-B83D-488C88EAB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601872-A0D2-4381-ABFD-9A565FBC4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93E5D-7EAA-44F1-A31E-7CDC055778A1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E2EB99-FECB-4E79-843A-8E6C0C282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AC3346-AECA-43B7-99A1-D9EE0267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594F4-FDD3-4522-8212-20F26DC0F2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63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8609F7-8D44-4102-8C07-6FF32504D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93E5D-7EAA-44F1-A31E-7CDC055778A1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093831-97C0-4195-8B6E-DDEAA0980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AB6732-1C2B-4F1C-901D-BF5F8D93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594F4-FDD3-4522-8212-20F26DC0F2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430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AAD87-E9A4-4EE7-8294-2A223C0B9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BB4D8B-C60D-42E1-883E-E180806B4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ACC1EA-DE19-4A22-B793-CD02756C2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E46641-6E43-448E-A7C8-7AB6326A2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93E5D-7EAA-44F1-A31E-7CDC055778A1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7DB7A6-73A7-4C20-BE40-5991AEEAF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5AFCC2-4911-4B4D-B03E-1FDAEE245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594F4-FDD3-4522-8212-20F26DC0F2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052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34871-25B8-4722-A333-10754029F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28A8617-8F6F-4CAC-9599-955D214729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F471CB-C0B9-467B-8D44-066570A21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1D345E-B7F4-4E88-BC93-A6E05478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93E5D-7EAA-44F1-A31E-7CDC055778A1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5A23C6-37BF-44CD-ABF9-20C36641A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A78149-6648-40BD-8014-585114BA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594F4-FDD3-4522-8212-20F26DC0F2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79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A73BE-6B1E-4F9C-AE17-B8618AA04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DDA291-23B2-4739-B63F-32AB1C9C3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250120-6726-42F0-91F6-EA9D4B8FA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93E5D-7EAA-44F1-A31E-7CDC055778A1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8F2213-DD97-42BE-B14B-B3BE2519D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09DEDE-EC9A-4B0B-BBB5-FEE47DCAC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594F4-FDD3-4522-8212-20F26DC0F2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366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4322F2-AC61-4CA2-BEF9-732E6604C1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3D2BA9-6556-47A4-B909-E489032F8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CA9C79-A059-4EAE-9CF4-F1BDE81F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93E5D-7EAA-44F1-A31E-7CDC055778A1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9660C4-E56E-4D2D-9032-F6633F41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BD03FD-36D4-4E97-8BBB-7F5E3057D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594F4-FDD3-4522-8212-20F26DC0F2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550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12A668E-E019-4679-ADE8-77E5E13B0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F1711-3703-49BB-BF85-CE54EF11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B55B15-D04B-44FB-8FE6-35724CDDB4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93E5D-7EAA-44F1-A31E-7CDC055778A1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A3CF74-3F09-48BE-830B-529E1657D3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8F3518-68EC-4D33-A78A-364132F2D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594F4-FDD3-4522-8212-20F26DC0F2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489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038C875-BB08-48F1-8E98-981A2E21D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0335"/>
            <a:ext cx="12192000" cy="385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64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A85D3D6-9EDB-4894-BE2A-A463A1DEC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5" y="1045028"/>
            <a:ext cx="5503517" cy="389273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C4DDAE8-B542-4BA7-9BC3-5D84A27CD49E}"/>
              </a:ext>
            </a:extLst>
          </p:cNvPr>
          <p:cNvSpPr txBox="1"/>
          <p:nvPr/>
        </p:nvSpPr>
        <p:spPr>
          <a:xfrm>
            <a:off x="489857" y="19594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现有问题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F2D717-63D0-4887-AFF3-2D4D7ED2A56B}"/>
              </a:ext>
            </a:extLst>
          </p:cNvPr>
          <p:cNvSpPr/>
          <p:nvPr/>
        </p:nvSpPr>
        <p:spPr>
          <a:xfrm>
            <a:off x="5712821" y="780718"/>
            <a:ext cx="641386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现有主流方法： </a:t>
            </a:r>
            <a:endParaRPr lang="en-US" altLang="zh-CN" dirty="0"/>
          </a:p>
          <a:p>
            <a:r>
              <a:rPr lang="zh-CN" altLang="en-US" dirty="0"/>
              <a:t>依赖长度序列 </a:t>
            </a:r>
            <a:r>
              <a:rPr lang="en-US" altLang="zh-CN" dirty="0"/>
              <a:t>(Length Sequence)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Packet Length Sequence (TCP</a:t>
            </a:r>
            <a:r>
              <a:rPr lang="zh-CN" altLang="en-US" dirty="0"/>
              <a:t>层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en-US" altLang="zh-CN" dirty="0"/>
              <a:t>TLS Segment Length Sequence (TLS</a:t>
            </a:r>
            <a:r>
              <a:rPr lang="zh-CN" altLang="en-US" dirty="0"/>
              <a:t>层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存在干扰：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、协议分段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、加密覆盖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提出终极特征：</a:t>
            </a:r>
            <a:endParaRPr lang="en-US" altLang="zh-CN" dirty="0"/>
          </a:p>
          <a:p>
            <a:r>
              <a:rPr lang="en-US" altLang="zh-CN" dirty="0"/>
              <a:t>ADU (Application Data Unit)</a:t>
            </a:r>
            <a:r>
              <a:rPr lang="zh-CN" altLang="en-US" dirty="0"/>
              <a:t>： </a:t>
            </a:r>
            <a:r>
              <a:rPr lang="en-US" altLang="zh-CN" dirty="0"/>
              <a:t>HTTP</a:t>
            </a:r>
            <a:r>
              <a:rPr lang="zh-CN" altLang="en-US" dirty="0"/>
              <a:t>请求</a:t>
            </a:r>
            <a:r>
              <a:rPr lang="en-US" altLang="zh-CN" dirty="0"/>
              <a:t>/</a:t>
            </a:r>
            <a:r>
              <a:rPr lang="zh-CN" altLang="en-US" dirty="0"/>
              <a:t>响应过程中传输的实际数据（即 </a:t>
            </a:r>
            <a:r>
              <a:rPr lang="en-US" altLang="zh-CN" dirty="0"/>
              <a:t>HTTP Body</a:t>
            </a:r>
            <a:r>
              <a:rPr lang="zh-CN" altLang="en-US" dirty="0"/>
              <a:t>）。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AB3558E-19AE-49BA-A067-1FBBBAE5D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910" y="4628220"/>
            <a:ext cx="4252673" cy="222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604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F5E1E97-D8D2-4F84-82E5-A0A8EC295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413" y="1181054"/>
            <a:ext cx="8078173" cy="498015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994B827-5678-4230-96AA-769B46F2D8F4}"/>
              </a:ext>
            </a:extLst>
          </p:cNvPr>
          <p:cNvSpPr txBox="1"/>
          <p:nvPr/>
        </p:nvSpPr>
        <p:spPr>
          <a:xfrm>
            <a:off x="457200" y="361507"/>
            <a:ext cx="39164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如何提取</a:t>
            </a:r>
            <a:r>
              <a:rPr lang="en-US" altLang="zh-CN" sz="3200" b="1" dirty="0"/>
              <a:t>ADU</a:t>
            </a:r>
            <a:r>
              <a:rPr lang="zh-CN" altLang="en-US" sz="3200" b="1" dirty="0"/>
              <a:t>的长度</a:t>
            </a:r>
          </a:p>
        </p:txBody>
      </p:sp>
    </p:spTree>
    <p:extLst>
      <p:ext uri="{BB962C8B-B14F-4D97-AF65-F5344CB8AC3E}">
        <p14:creationId xmlns:p14="http://schemas.microsoft.com/office/powerpoint/2010/main" val="165591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6A9D705-822A-4C0A-82DF-E619DF295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9637"/>
            <a:ext cx="12192000" cy="460553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1944BE0-3C2F-4373-AD58-AF608C0F4C57}"/>
              </a:ext>
            </a:extLst>
          </p:cNvPr>
          <p:cNvSpPr txBox="1"/>
          <p:nvPr/>
        </p:nvSpPr>
        <p:spPr>
          <a:xfrm>
            <a:off x="563525" y="44044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整体方法框架</a:t>
            </a:r>
          </a:p>
        </p:txBody>
      </p:sp>
    </p:spTree>
    <p:extLst>
      <p:ext uri="{BB962C8B-B14F-4D97-AF65-F5344CB8AC3E}">
        <p14:creationId xmlns:p14="http://schemas.microsoft.com/office/powerpoint/2010/main" val="2100236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52FBF9C-F075-4104-A8B8-46F76CC943DD}"/>
              </a:ext>
            </a:extLst>
          </p:cNvPr>
          <p:cNvSpPr/>
          <p:nvPr/>
        </p:nvSpPr>
        <p:spPr>
          <a:xfrm>
            <a:off x="335132" y="394808"/>
            <a:ext cx="3672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/>
              <a:t>实验</a:t>
            </a:r>
            <a:r>
              <a:rPr lang="en-US" altLang="zh-CN" sz="3200" b="1" dirty="0"/>
              <a:t>-</a:t>
            </a:r>
            <a:r>
              <a:rPr lang="zh-CN" altLang="en-US" sz="3200" b="1" dirty="0"/>
              <a:t>使用的数据集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07CDA30-F4FD-4DE0-93CA-8118B61C4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901" y="1208772"/>
            <a:ext cx="8742857" cy="5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0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12A2CDF-AEF5-41DF-AE42-1F059BEB70E4}"/>
              </a:ext>
            </a:extLst>
          </p:cNvPr>
          <p:cNvSpPr/>
          <p:nvPr/>
        </p:nvSpPr>
        <p:spPr>
          <a:xfrm>
            <a:off x="163550" y="191386"/>
            <a:ext cx="40831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/>
              <a:t>实验</a:t>
            </a:r>
            <a:r>
              <a:rPr lang="en-US" altLang="zh-CN" sz="3200" b="1" dirty="0"/>
              <a:t>-</a:t>
            </a:r>
            <a:r>
              <a:rPr lang="zh-CN" altLang="en-US" sz="3200" b="1" dirty="0"/>
              <a:t>使用哪个分类器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21E2E70-B8EA-4441-A13B-D4B82EE2E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135" y="979584"/>
            <a:ext cx="8711546" cy="316952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B28FB92-0BBD-4E5D-982C-B4D2DE403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662" y="4149104"/>
            <a:ext cx="7782116" cy="251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07B65FB-2BDD-4F8F-A05D-1763AFD2DCD8}"/>
              </a:ext>
            </a:extLst>
          </p:cNvPr>
          <p:cNvSpPr/>
          <p:nvPr/>
        </p:nvSpPr>
        <p:spPr>
          <a:xfrm>
            <a:off x="0" y="0"/>
            <a:ext cx="73917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/>
              <a:t>实验</a:t>
            </a:r>
            <a:r>
              <a:rPr lang="en-US" altLang="zh-CN" sz="3200" b="1" dirty="0"/>
              <a:t>-ADU</a:t>
            </a:r>
            <a:r>
              <a:rPr lang="zh-CN" altLang="en-US" sz="3200" b="1" dirty="0"/>
              <a:t>长度使用数值编码</a:t>
            </a:r>
            <a:r>
              <a:rPr lang="en-US" altLang="zh-CN" sz="3200" b="1" dirty="0"/>
              <a:t>or</a:t>
            </a:r>
            <a:r>
              <a:rPr lang="zh-CN" altLang="en-US" sz="3200" b="1" dirty="0"/>
              <a:t>索引映射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ADE8745-214F-4F01-8F76-0469BBD21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6" y="871869"/>
            <a:ext cx="5988144" cy="551466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F81DFEB-217C-4371-A222-5B029A405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613" y="637375"/>
            <a:ext cx="5744570" cy="598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376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BDB15F5-E92F-4F60-A759-EED53C54FD30}"/>
              </a:ext>
            </a:extLst>
          </p:cNvPr>
          <p:cNvSpPr/>
          <p:nvPr/>
        </p:nvSpPr>
        <p:spPr>
          <a:xfrm>
            <a:off x="0" y="0"/>
            <a:ext cx="73917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/>
              <a:t>实验</a:t>
            </a:r>
            <a:r>
              <a:rPr lang="en-US" altLang="zh-CN" sz="3200" b="1" dirty="0"/>
              <a:t>-ADU</a:t>
            </a:r>
            <a:r>
              <a:rPr lang="zh-CN" altLang="en-US" sz="3200" b="1" dirty="0"/>
              <a:t>长度使用数值编码</a:t>
            </a:r>
            <a:r>
              <a:rPr lang="en-US" altLang="zh-CN" sz="3200" b="1" dirty="0"/>
              <a:t>or</a:t>
            </a:r>
            <a:r>
              <a:rPr lang="zh-CN" altLang="en-US" sz="3200" b="1" dirty="0"/>
              <a:t>索引映射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1B7D31-9F37-4500-84FD-816622421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80" y="1535658"/>
            <a:ext cx="5577104" cy="325284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A9B0679-0218-478E-8E2D-1CE4C04EA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896" y="1339703"/>
            <a:ext cx="6336764" cy="344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54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13B4CE0-194C-43EF-BFE8-9D248DFF2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79" y="2264734"/>
            <a:ext cx="4661117" cy="379582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A952369-787F-48CA-821D-7E3A55AC8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841" y="2493682"/>
            <a:ext cx="5185610" cy="357929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C473598-BC6B-4997-84BD-297D21388735}"/>
              </a:ext>
            </a:extLst>
          </p:cNvPr>
          <p:cNvSpPr/>
          <p:nvPr/>
        </p:nvSpPr>
        <p:spPr>
          <a:xfrm>
            <a:off x="430906" y="428111"/>
            <a:ext cx="28520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/>
              <a:t>实验</a:t>
            </a:r>
            <a:r>
              <a:rPr lang="en-US" altLang="zh-CN" sz="3200" b="1" dirty="0"/>
              <a:t>-</a:t>
            </a:r>
            <a:r>
              <a:rPr lang="zh-CN" altLang="en-US" sz="3200" b="1" dirty="0"/>
              <a:t>分类性能</a:t>
            </a:r>
          </a:p>
        </p:txBody>
      </p:sp>
    </p:spTree>
    <p:extLst>
      <p:ext uri="{BB962C8B-B14F-4D97-AF65-F5344CB8AC3E}">
        <p14:creationId xmlns:p14="http://schemas.microsoft.com/office/powerpoint/2010/main" val="642025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F5F1743-D4F3-44EC-9BDB-BA7861C89EBB}"/>
              </a:ext>
            </a:extLst>
          </p:cNvPr>
          <p:cNvSpPr/>
          <p:nvPr/>
        </p:nvSpPr>
        <p:spPr>
          <a:xfrm>
            <a:off x="351852" y="299116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/>
              <a:t>总结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144E80-8899-4F2A-8111-EAD35F82C028}"/>
              </a:ext>
            </a:extLst>
          </p:cNvPr>
          <p:cNvSpPr/>
          <p:nvPr/>
        </p:nvSpPr>
        <p:spPr>
          <a:xfrm>
            <a:off x="351852" y="1905506"/>
            <a:ext cx="1160977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lt"/>
              </a:rPr>
              <a:t>1</a:t>
            </a:r>
            <a:r>
              <a:rPr lang="zh-CN" altLang="en-US" sz="2400" dirty="0">
                <a:latin typeface="+mj-lt"/>
              </a:rPr>
              <a:t>、理论创新： 提出了 </a:t>
            </a:r>
            <a:r>
              <a:rPr lang="en-US" altLang="zh-CN" sz="2400" dirty="0">
                <a:latin typeface="+mj-lt"/>
              </a:rPr>
              <a:t>ADU </a:t>
            </a:r>
            <a:r>
              <a:rPr lang="zh-CN" altLang="en-US" sz="2400" dirty="0">
                <a:latin typeface="+mj-lt"/>
              </a:rPr>
              <a:t>是加密流量分类的终极特征，并用 </a:t>
            </a:r>
            <a:r>
              <a:rPr lang="en-US" altLang="zh-CN" sz="2400" dirty="0">
                <a:latin typeface="+mj-lt"/>
              </a:rPr>
              <a:t>FEC </a:t>
            </a:r>
            <a:r>
              <a:rPr lang="zh-CN" altLang="en-US" sz="2400" dirty="0">
                <a:latin typeface="+mj-lt"/>
              </a:rPr>
              <a:t>指标证明。</a:t>
            </a:r>
          </a:p>
          <a:p>
            <a:endParaRPr lang="zh-CN" altLang="en-US" sz="2400" dirty="0">
              <a:latin typeface="+mj-lt"/>
            </a:endParaRPr>
          </a:p>
          <a:p>
            <a:r>
              <a:rPr lang="en-US" altLang="zh-CN" sz="2400" dirty="0">
                <a:latin typeface="+mj-lt"/>
              </a:rPr>
              <a:t>2</a:t>
            </a:r>
            <a:r>
              <a:rPr lang="zh-CN" altLang="en-US" sz="2400" dirty="0">
                <a:latin typeface="+mj-lt"/>
              </a:rPr>
              <a:t>、方法创新：提出了 </a:t>
            </a:r>
            <a:r>
              <a:rPr lang="en-US" altLang="zh-CN" sz="2400" dirty="0">
                <a:latin typeface="+mj-lt"/>
              </a:rPr>
              <a:t>LC-MRNN </a:t>
            </a:r>
            <a:r>
              <a:rPr lang="zh-CN" altLang="en-US" sz="2400" dirty="0">
                <a:latin typeface="+mj-lt"/>
              </a:rPr>
              <a:t>算法，利用 </a:t>
            </a:r>
            <a:r>
              <a:rPr lang="en-US" altLang="zh-CN" sz="2400" dirty="0">
                <a:latin typeface="+mj-lt"/>
              </a:rPr>
              <a:t>Transformer </a:t>
            </a:r>
            <a:r>
              <a:rPr lang="zh-CN" altLang="en-US" sz="2400" dirty="0">
                <a:latin typeface="+mj-lt"/>
              </a:rPr>
              <a:t>消除随机误差，恢复 </a:t>
            </a:r>
            <a:r>
              <a:rPr lang="en-US" altLang="zh-CN" sz="2400" dirty="0">
                <a:latin typeface="+mj-lt"/>
              </a:rPr>
              <a:t>ADU</a:t>
            </a:r>
            <a:r>
              <a:rPr lang="zh-CN" altLang="en-US" sz="2400" dirty="0">
                <a:latin typeface="+mj-lt"/>
              </a:rPr>
              <a:t>。</a:t>
            </a:r>
          </a:p>
          <a:p>
            <a:endParaRPr lang="zh-CN" altLang="en-US" sz="2400" dirty="0">
              <a:latin typeface="+mj-lt"/>
            </a:endParaRPr>
          </a:p>
          <a:p>
            <a:r>
              <a:rPr lang="en-US" altLang="zh-CN" sz="2400" dirty="0">
                <a:latin typeface="+mj-lt"/>
              </a:rPr>
              <a:t>3</a:t>
            </a:r>
            <a:r>
              <a:rPr lang="zh-CN" altLang="en-US" sz="2400" dirty="0">
                <a:latin typeface="+mj-lt"/>
              </a:rPr>
              <a:t>、架构创新：大小世界分离的两阶段部署架构，解决了实际部署的解密难题。</a:t>
            </a:r>
          </a:p>
        </p:txBody>
      </p:sp>
    </p:spTree>
    <p:extLst>
      <p:ext uri="{BB962C8B-B14F-4D97-AF65-F5344CB8AC3E}">
        <p14:creationId xmlns:p14="http://schemas.microsoft.com/office/powerpoint/2010/main" val="1039254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172</Words>
  <Application>Microsoft Office PowerPoint</Application>
  <PresentationFormat>宽屏</PresentationFormat>
  <Paragraphs>26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kkz0 Chen</dc:creator>
  <cp:lastModifiedBy>kkz0 Chen</cp:lastModifiedBy>
  <cp:revision>7</cp:revision>
  <dcterms:created xsi:type="dcterms:W3CDTF">2025-11-20T03:47:53Z</dcterms:created>
  <dcterms:modified xsi:type="dcterms:W3CDTF">2025-11-20T09:26:07Z</dcterms:modified>
</cp:coreProperties>
</file>